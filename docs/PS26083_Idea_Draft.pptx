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26083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Extreme Heatwave Early Warning and Human Thermal Stress Index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Disaster Management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[Fill in]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 TechForge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26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Converts real weather data into human thermal stress (UTCI) and ward-level heat-health priority with actions.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Adds humidity, wind, radiation and nighttime heat load with ward vulnerability + healthcare capacity to prioritize response.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Introduces NCTL + CTBI to capture persistent nighttime heat and multi-day burden - ignored by conventional alerts.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TechForge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Python - xarray, pythermalcomfort (UTCI), GeoPandas, Streamlit + Plotly. Data: ERA5 (Copernicus CDS). Version control: GitHub.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ERA5 weather to UTCI to Nighttime Load (NCTL) + Cumulative Burden (CTBI) to 48-ward spatial join to priority engine to Streamlit dashboard.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TechForge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